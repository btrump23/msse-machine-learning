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0565B-DDDC-F618-C8D4-8B0D52EB8C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950DE7-200E-3A56-5DC5-8B06315FC8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27EC9-F76F-769D-6ABD-CBDAF442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7148C-34A2-49E7-9383-884A7A030A6D}" type="datetimeFigureOut">
              <a:rPr lang="en-AU" smtClean="0"/>
              <a:t>18/12/2025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42842-8445-D3FA-23FB-C757D1203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6EEE9-C9B3-C4A2-7EF7-81CC2CD00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DE981-4644-426A-B75E-4B46ADB9D5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3277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02002-6877-329F-AC36-A0288C294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5FD20-AB57-00D5-EE25-D8CFEDE66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5CF2B-33EB-6051-9358-4A8B56E15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7148C-34A2-49E7-9383-884A7A030A6D}" type="datetimeFigureOut">
              <a:rPr lang="en-AU" smtClean="0"/>
              <a:t>18/12/2025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DADE4-C210-653D-AFB5-9A90F69BC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C8A98-6D3E-B950-CE49-B4F5D6072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DE981-4644-426A-B75E-4B46ADB9D5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8877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C3EFF-92C1-87EC-EEE1-9F38EC980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69AA4B-3F39-BEFB-4EF6-DB110DDDA7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9BEF2-85EE-31E4-A844-9844A8233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7148C-34A2-49E7-9383-884A7A030A6D}" type="datetimeFigureOut">
              <a:rPr lang="en-AU" smtClean="0"/>
              <a:t>18/12/2025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8D2A2-DF70-338E-C212-EDD008DFC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294F7-6004-3F02-2B18-6E8BBA686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DE981-4644-426A-B75E-4B46ADB9D5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6040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4D139-286D-BCCF-3157-557BB124B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33EE3-BEA4-8124-C887-FC1E17E9A5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1ABC0B-9716-163F-3ED8-C0C11C9ABC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D0BC21-4180-9CE4-89F2-2878EFFDC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7148C-34A2-49E7-9383-884A7A030A6D}" type="datetimeFigureOut">
              <a:rPr lang="en-AU" smtClean="0"/>
              <a:t>18/12/2025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BE894D-3A79-EA02-48F4-D23108F94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968133-5256-92E5-017B-5CCDAF1F5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DE981-4644-426A-B75E-4B46ADB9D5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0470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3D916-A62C-0A6B-820E-E279BBB22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4754C-F437-BE1A-E833-7D11DF834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848706-ABE9-47C0-187B-F10FD705D9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B8D745-7E91-10FC-CB6D-09AE894C64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176C38-72BD-400B-728A-C6B85469DB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A613FB-D143-7C67-0568-E3983F17A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7148C-34A2-49E7-9383-884A7A030A6D}" type="datetimeFigureOut">
              <a:rPr lang="en-AU" smtClean="0"/>
              <a:t>18/12/2025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B98235-7883-D9CC-21F1-D7B2853F8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B6CD74-E007-FDC0-02E8-F1D77D3A6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DE981-4644-426A-B75E-4B46ADB9D5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9660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D705D-9F77-07BA-C0E8-D0F408914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E019FB-E0C6-AA0E-5A77-4904BCC2A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7148C-34A2-49E7-9383-884A7A030A6D}" type="datetimeFigureOut">
              <a:rPr lang="en-AU" smtClean="0"/>
              <a:t>18/12/2025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1B8F93-B8A4-ECC0-A435-08E3C87BC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176291-BD39-01BC-1116-BE9A01C71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DE981-4644-426A-B75E-4B46ADB9D5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7851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332629-EB95-74F6-FB79-78BF3158B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7148C-34A2-49E7-9383-884A7A030A6D}" type="datetimeFigureOut">
              <a:rPr lang="en-AU" smtClean="0"/>
              <a:t>18/12/2025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FCBD0F-646E-1057-280C-EBCB1E39D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2DEE0-CA31-E295-D94A-866992FD5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DE981-4644-426A-B75E-4B46ADB9D5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9918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387C9-E1D0-C941-F15B-27E52F818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74124-3907-4B7B-75EE-B164C16E2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99B12A-E2C9-D664-F5BB-31EED7123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B05861-EA15-3613-C9FB-72866CFFB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7148C-34A2-49E7-9383-884A7A030A6D}" type="datetimeFigureOut">
              <a:rPr lang="en-AU" smtClean="0"/>
              <a:t>18/12/2025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FD66EF-8319-08FB-9E9C-E6916F74B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3AD90C-444F-06FF-F97A-C8B71B5E6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DE981-4644-426A-B75E-4B46ADB9D5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1081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3FF65-388E-D54B-868B-17D2A4B8A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E607AF-683B-8754-7774-D30971A782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DBFA2C-ADAD-1BAD-31B6-2BB5CF0198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37344-4F55-2842-64B3-932FD4D08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7148C-34A2-49E7-9383-884A7A030A6D}" type="datetimeFigureOut">
              <a:rPr lang="en-AU" smtClean="0"/>
              <a:t>18/12/2025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FA912A-996E-33BA-CCD1-A269623EB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15B58-8382-3F3C-DB8E-3B564C4E7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DE981-4644-426A-B75E-4B46ADB9D5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40833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053F4-1BEB-97AC-E75E-EE270D6C3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66689F-41C2-9FCB-3B60-C4210FC23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F2542-C48E-E580-5469-D2DA8C3A0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7148C-34A2-49E7-9383-884A7A030A6D}" type="datetimeFigureOut">
              <a:rPr lang="en-AU" smtClean="0"/>
              <a:t>18/12/2025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00415-F7D0-9C7A-8803-8A83DAA2B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5662D-F1A7-4AA6-4496-762A3AD87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DE981-4644-426A-B75E-4B46ADB9D5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7658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D67BB9-3C70-D812-2F3D-F1F0205CC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0CA8C8-72E0-EA08-A9E1-EB7CD79C1D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BC3ED-A030-1B7B-D7D1-DCC0EABFE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7148C-34A2-49E7-9383-884A7A030A6D}" type="datetimeFigureOut">
              <a:rPr lang="en-AU" smtClean="0"/>
              <a:t>18/12/2025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8D4E2-3B7F-90DA-1BDD-BC584BFDE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5E5E1-3F69-4CBC-3911-28A57FA2E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DE981-4644-426A-B75E-4B46ADB9D5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3911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0EDDDD-4868-01CD-25EB-A0D9ECA9B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749AC2-691A-40C1-8E60-B0D5FD433B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B50EE-C079-E5D3-ED56-49936093FF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47148C-34A2-49E7-9383-884A7A030A6D}" type="datetimeFigureOut">
              <a:rPr lang="en-AU" smtClean="0"/>
              <a:t>18/12/2025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2988D-221A-EB99-E35D-C829AA92E5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51456-D6D6-070E-5AC8-307185E078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4DE981-4644-426A-B75E-4B46ADB9D5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7056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E0C77-9964-8F08-7610-65570821FF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MSSE : Introduction to Machine Learning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E8BBE2-7FBB-D7C8-2EC2-B094B5F955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Bronwyn Trump </a:t>
            </a:r>
          </a:p>
          <a:p>
            <a:r>
              <a:rPr lang="en-AU" dirty="0"/>
              <a:t>Ted Osiobe</a:t>
            </a:r>
          </a:p>
        </p:txBody>
      </p:sp>
    </p:spTree>
    <p:extLst>
      <p:ext uri="{BB962C8B-B14F-4D97-AF65-F5344CB8AC3E}">
        <p14:creationId xmlns:p14="http://schemas.microsoft.com/office/powerpoint/2010/main" val="429297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D8453-1CB8-9AE6-2AC1-2AB01A8A5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Stratified 80/20 train-test split	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24F74B-C89F-3CB2-ED50-BAD673316A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1419" y="1539770"/>
            <a:ext cx="9130838" cy="43322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C6D74F-4523-4437-C4F1-6682008B6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629" y="4464957"/>
            <a:ext cx="7485719" cy="224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815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1D93B-CD86-901E-EDFC-664BB7EB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Stratified 80/20 train-test split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208322-BCCD-31A2-2D0F-98FB3E9C73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2831" y="1690688"/>
            <a:ext cx="6006948" cy="401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507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424AD-404B-7C07-CECC-0ADF77B06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EDA Missing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7638A-F3E6-552B-ED5F-79A20C51B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Missing values analysis</a:t>
            </a:r>
            <a:r>
              <a:rPr lang="en-US" dirty="0"/>
              <a:t> showed that only the Identify feature contained missing values (28.37%). As this feature represents an identifier rather than a meaningful behavioral attribute, it was excluded from further analysis. All remaining features contained no missing values and required no imputation.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BC6E93-5E19-7310-4349-CC14B903E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6932" y="3903262"/>
            <a:ext cx="5813356" cy="2497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887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F06BA-21AE-9DEB-3EA8-85C8C9E51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EDA : Feature Distributions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F834F1-CA0C-02EC-6293-0986FA1949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819" y="1429017"/>
            <a:ext cx="5801784" cy="435133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44F6427-CDB1-4426-EA86-6FE630727A93}"/>
              </a:ext>
            </a:extLst>
          </p:cNvPr>
          <p:cNvSpPr txBox="1"/>
          <p:nvPr/>
        </p:nvSpPr>
        <p:spPr>
          <a:xfrm>
            <a:off x="6848603" y="2439834"/>
            <a:ext cx="503746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Both </a:t>
            </a:r>
            <a:r>
              <a:rPr lang="en-US" dirty="0" err="1"/>
              <a:t>goodware</a:t>
            </a:r>
            <a:r>
              <a:rPr lang="en-US" dirty="0"/>
              <a:t> and malware samples are present across the full range of </a:t>
            </a:r>
            <a:r>
              <a:rPr lang="en-US" dirty="0" err="1">
                <a:latin typeface="Courier New" panose="02070309020205020404" pitchFamily="49" charset="0"/>
              </a:rPr>
              <a:t>BaseOfCode</a:t>
            </a:r>
            <a:r>
              <a:rPr lang="en-US" dirty="0"/>
              <a:t> values. The heavy overlap between classes suggests that this feature alone is insufficient for classification and must be combined with other features in a multivariate model.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63258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027BD-2F63-8598-8D25-9CFD0D62A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EDA : Feature Distributions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425756-B8C2-EDEF-DC92-B9460D0010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902605"/>
            <a:ext cx="10515600" cy="219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429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MachineLearning</Template>
  <TotalTime>149</TotalTime>
  <Words>119</Words>
  <Application>Microsoft Office PowerPoint</Application>
  <PresentationFormat>Widescreen</PresentationFormat>
  <Paragraphs>10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Courier New</vt:lpstr>
      <vt:lpstr>Office Theme</vt:lpstr>
      <vt:lpstr>MSSE : Introduction to Machine Learning Project</vt:lpstr>
      <vt:lpstr>Stratified 80/20 train-test split </vt:lpstr>
      <vt:lpstr>Stratified 80/20 train-test split</vt:lpstr>
      <vt:lpstr>EDA Missing Values</vt:lpstr>
      <vt:lpstr>EDA : Feature Distributions</vt:lpstr>
      <vt:lpstr>EDA : Feature Distributions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bronwyn trump</dc:creator>
  <cp:lastModifiedBy>bronwyn trump</cp:lastModifiedBy>
  <cp:revision>2</cp:revision>
  <dcterms:created xsi:type="dcterms:W3CDTF">2025-12-18T07:02:09Z</dcterms:created>
  <dcterms:modified xsi:type="dcterms:W3CDTF">2025-12-18T09:33:41Z</dcterms:modified>
</cp:coreProperties>
</file>